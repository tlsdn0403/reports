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24db6b1be64536" /><Relationship Type="http://schemas.openxmlformats.org/officeDocument/2006/relationships/extended-properties" Target="/docProps/app.xml" Id="Rcf4fd6e629e54c7f" /><Relationship Type="http://schemas.openxmlformats.org/officeDocument/2006/relationships/officeDocument" Target="/ppt/presentation.xml" Id="R1fc10b1279244d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5795dc95c84e77"/>
  </p:sldMasterIdLst>
  <p:notesMasterIdLst>
    <p:notesMasterId xmlns:r="http://schemas.openxmlformats.org/officeDocument/2006/relationships" r:id="R902dc4b41d9a4551"/>
  </p:notesMasterIdLst>
  <p:sldIdLst>
    <p:sldId xmlns:r="http://schemas.openxmlformats.org/officeDocument/2006/relationships" id="256" r:id="R9f2fd5b23c7f4e80"/>
    <p:sldId xmlns:r="http://schemas.openxmlformats.org/officeDocument/2006/relationships" id="257" r:id="R32ecf25b2af34a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ff874f49984905" /><Relationship Type="http://schemas.openxmlformats.org/officeDocument/2006/relationships/slideMaster" Target="/ppt/slideMasters/slideMaster1.xml" Id="R5d5795dc95c84e77" /><Relationship Type="http://schemas.openxmlformats.org/officeDocument/2006/relationships/notesMaster" Target="/ppt/notesMasters/notesMaster1.xml" Id="R902dc4b41d9a4551" /><Relationship Type="http://schemas.openxmlformats.org/officeDocument/2006/relationships/presProps" Target="/ppt/presProps.xml" Id="R283644007a4c47f0" /><Relationship Type="http://schemas.openxmlformats.org/officeDocument/2006/relationships/tableStyles" Target="/ppt/tableStyles.xml" Id="Rbced98d579254356" /><Relationship Type="http://schemas.openxmlformats.org/officeDocument/2006/relationships/slide" Target="/ppt/slides/slide1.xml" Id="R9f2fd5b23c7f4e80" /><Relationship Type="http://schemas.openxmlformats.org/officeDocument/2006/relationships/slide" Target="/ppt/slides/slide2.xml" Id="R32ecf25b2af34a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64a21f91924f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d023a7444c446e" /><Relationship Type="http://schemas.openxmlformats.org/officeDocument/2006/relationships/notesMaster" Target="/ppt/notesMasters/notesMaster1.xml" Id="R65de784338ed4d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29bb5fc5c84cbe" /><Relationship Type="http://schemas.openxmlformats.org/officeDocument/2006/relationships/notesMaster" Target="/ppt/notesMasters/notesMaster1.xml" Id="Rc95188fb024640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403805061b4e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a211b5c3ed458e" /><Relationship Type="http://schemas.openxmlformats.org/officeDocument/2006/relationships/slideLayout" Target="/ppt/slideLayouts/slideLayout1.xml" Id="R07d53a19829f4a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d53a19829f4a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f2f411e2a4f97" /><Relationship Type="http://schemas.openxmlformats.org/officeDocument/2006/relationships/image" Target="/ppt/media/image.png" Id="R1417847146784feb" /><Relationship Type="http://schemas.openxmlformats.org/officeDocument/2006/relationships/hyperlink" Target="https://github.com/AACHANJINAA/FlickDom" TargetMode="External" Id="Rd5bf02941b5d42c7" /><Relationship Type="http://schemas.openxmlformats.org/officeDocument/2006/relationships/hyperlink" Target="https://www.youtube.com/watch?v=ddM9ggItGwQ&amp;feature=youtu.be" TargetMode="External" Id="Rd388f21ef2ce458c" /><Relationship Type="http://schemas.openxmlformats.org/officeDocument/2006/relationships/notesSlide" Target="/ppt/notesSlides/notesSlide1.xml" Id="R49efb2af385a4d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100c6bb174866" /><Relationship Type="http://schemas.openxmlformats.org/officeDocument/2006/relationships/image" Target="/ppt/media/image2.png" Id="R20254a0487714863" /><Relationship Type="http://schemas.openxmlformats.org/officeDocument/2006/relationships/hyperlink" Target="https://github.com/AACHANJINAA/FlickDom" TargetMode="External" Id="Rd31d51634c3d4bdd" /><Relationship Type="http://schemas.openxmlformats.org/officeDocument/2006/relationships/hyperlink" Target="https://www.youtube.com/watch?v=ddM9ggItGwQ&amp;feature=youtu.be" TargetMode="External" Id="Rd275010a75074104" /><Relationship Type="http://schemas.openxmlformats.org/officeDocument/2006/relationships/notesSlide" Target="/ppt/notesSlides/notesSlide2.xml" Id="R9a3624677de545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7847146784feb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B4198-8B15-4FBC-8092-67D567B3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9550"/>
            <a:ext cx="942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d5bf02941b5d42c7"/>
              </a:rPr>
              <a:t>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711A4-9818-49AD-9362-82853EBE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209550"/>
            <a:ext cx="790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d388f21ef2ce458c"/>
              </a:rPr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9343065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54a0487714863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F3EFB-07CD-4214-B868-D6FD8BA6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9550"/>
            <a:ext cx="942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d31d51634c3d4bdd"/>
              </a:rPr>
              <a:t>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3110F-2E2F-473D-9841-04A4EEF1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209550"/>
            <a:ext cx="790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d275010a75074104"/>
              </a:rPr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1903703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2026-09-04T10:08:20.8710000Z</dcterms:created>
  <dcterms:modified xsi:type="dcterms:W3CDTF">2026-09-04T10:08:20.8720000Z</dcterms:modified>
</coreProperties>
</file>