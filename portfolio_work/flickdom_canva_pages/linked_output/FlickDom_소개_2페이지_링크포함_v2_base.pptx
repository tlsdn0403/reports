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487b5649bf4b6a" /><Relationship Type="http://schemas.openxmlformats.org/officeDocument/2006/relationships/extended-properties" Target="/docProps/app.xml" Id="R9d2d9f4638714ac2" /><Relationship Type="http://schemas.openxmlformats.org/officeDocument/2006/relationships/officeDocument" Target="/ppt/presentation.xml" Id="Rbb9b8f2f9a21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2d57ddb4e449d"/>
  </p:sldMasterIdLst>
  <p:notesMasterIdLst>
    <p:notesMasterId xmlns:r="http://schemas.openxmlformats.org/officeDocument/2006/relationships" r:id="Ra6cf4128877142ff"/>
  </p:notesMasterIdLst>
  <p:sldIdLst>
    <p:sldId xmlns:r="http://schemas.openxmlformats.org/officeDocument/2006/relationships" id="256" r:id="Rb676aae1326341c9"/>
    <p:sldId xmlns:r="http://schemas.openxmlformats.org/officeDocument/2006/relationships" id="257" r:id="R0e955d01fbe94c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4b6c8008245bd" /><Relationship Type="http://schemas.openxmlformats.org/officeDocument/2006/relationships/slideMaster" Target="/ppt/slideMasters/slideMaster1.xml" Id="R1ed2d57ddb4e449d" /><Relationship Type="http://schemas.openxmlformats.org/officeDocument/2006/relationships/notesMaster" Target="/ppt/notesMasters/notesMaster1.xml" Id="Ra6cf4128877142ff" /><Relationship Type="http://schemas.openxmlformats.org/officeDocument/2006/relationships/presProps" Target="/ppt/presProps.xml" Id="R0a5679d489184285" /><Relationship Type="http://schemas.openxmlformats.org/officeDocument/2006/relationships/tableStyles" Target="/ppt/tableStyles.xml" Id="R7b03126a98ee47d7" /><Relationship Type="http://schemas.openxmlformats.org/officeDocument/2006/relationships/slide" Target="/ppt/slides/slide1.xml" Id="Rb676aae1326341c9" /><Relationship Type="http://schemas.openxmlformats.org/officeDocument/2006/relationships/slide" Target="/ppt/slides/slide2.xml" Id="R0e955d01fbe9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9e059cecb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d1111254654df7" /><Relationship Type="http://schemas.openxmlformats.org/officeDocument/2006/relationships/notesMaster" Target="/ppt/notesMasters/notesMaster1.xml" Id="R3c7ef8d63e6a4e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59521f8434802" /><Relationship Type="http://schemas.openxmlformats.org/officeDocument/2006/relationships/notesMaster" Target="/ppt/notesMasters/notesMaster1.xml" Id="Rf414fecd9360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754b0f32846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39eb80ac84df2" /><Relationship Type="http://schemas.openxmlformats.org/officeDocument/2006/relationships/slideLayout" Target="/ppt/slideLayouts/slideLayout1.xml" Id="R40933936fae6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933936fae6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24ec2dcc543e0" /><Relationship Type="http://schemas.openxmlformats.org/officeDocument/2006/relationships/image" Target="/ppt/media/image.png" Id="R3e4f6bb1346848ab" /><Relationship Type="http://schemas.openxmlformats.org/officeDocument/2006/relationships/notesSlide" Target="/ppt/notesSlides/notesSlide1.xml" Id="R32be69e07d6f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7f65890784b11" /><Relationship Type="http://schemas.openxmlformats.org/officeDocument/2006/relationships/image" Target="/ppt/media/image2.png" Id="R659d6902f5034f14" /><Relationship Type="http://schemas.openxmlformats.org/officeDocument/2006/relationships/notesSlide" Target="/ppt/notesSlides/notesSlide2.xml" Id="R4fbab0432c924b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f6bb1346848ab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github-link-hotspot">
            <a:extLst xmlns:a="http://schemas.openxmlformats.org/drawingml/2006/main">
              <a:ext uri="{FF2B5EF4-FFF2-40B4-BE49-F238E27FC236}">
                <a16:creationId xmlns:a16="http://schemas.microsoft.com/office/drawing/2014/main" id="{5391986A-9488-4FEC-94E5-4369C95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"/>
            <a:ext cx="942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video-link-hotspot">
            <a:extLst xmlns:a="http://schemas.openxmlformats.org/drawingml/2006/main">
              <a:ext uri="{FF2B5EF4-FFF2-40B4-BE49-F238E27FC236}">
                <a16:creationId xmlns:a16="http://schemas.microsoft.com/office/drawing/2014/main" id="{FC45F82D-94D4-4565-AA33-FC4CF2B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09550"/>
            <a:ext cx="790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56975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d6902f5034f14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2026-09-04T10:09:32.5890000Z</dcterms:created>
  <dcterms:modified xsi:type="dcterms:W3CDTF">2026-09-04T10:09:32.5890000Z</dcterms:modified>
</coreProperties>
</file>